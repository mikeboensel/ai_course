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>
        <a:tab pos="723900" algn="l"/>
      </a:tabLst>
      <a:defRPr kumimoji="0" sz="1600" b="0" i="0" u="none" strike="noStrike" cap="all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7" d="100"/>
          <a:sy n="97" d="100"/>
        </p:scale>
        <p:origin x="8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ge-No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John Galt Staffing, Inc."/>
          <p:cNvSpPr txBox="1"/>
          <p:nvPr/>
        </p:nvSpPr>
        <p:spPr>
          <a:xfrm>
            <a:off x="558800" y="7748268"/>
            <a:ext cx="6756400" cy="1397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/>
            </a:pPr>
            <a:r>
              <a:t>JOHN GALT STAFFING, INC. </a:t>
            </a:r>
            <a:r>
              <a:rPr cap="none">
                <a:latin typeface="+mj-lt"/>
                <a:ea typeface="+mj-ea"/>
                <a:cs typeface="+mj-cs"/>
                <a:sym typeface="Roboto Regular"/>
              </a:rPr>
              <a:t>| Reproduction without permission is prohibited.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3902345" y="7748268"/>
            <a:ext cx="143856" cy="12700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"/>
          <p:cNvSpPr/>
          <p:nvPr/>
        </p:nvSpPr>
        <p:spPr>
          <a:xfrm>
            <a:off x="0" y="-1"/>
            <a:ext cx="14630401" cy="8229601"/>
          </a:xfrm>
          <a:prstGeom prst="rect">
            <a:avLst/>
          </a:prstGeom>
          <a:solidFill>
            <a:srgbClr val="5AA3D2"/>
          </a:solidFill>
          <a:ln w="3175">
            <a:miter lim="400000"/>
          </a:ln>
        </p:spPr>
        <p:txBody>
          <a:bodyPr lIns="30480" tIns="30480" rIns="30480" bIns="30480"/>
          <a:lstStyle/>
          <a:p>
            <a:pPr defTabSz="495300">
              <a:tabLst/>
              <a:defRPr sz="14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Roboto Regular"/>
              </a:defRPr>
            </a:pPr>
            <a:endParaRPr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106635" y="7885399"/>
            <a:ext cx="204816" cy="187961"/>
          </a:xfrm>
          <a:prstGeom prst="rect">
            <a:avLst/>
          </a:prstGeom>
        </p:spPr>
        <p:txBody>
          <a:bodyPr wrap="none" lIns="30480" tIns="30480" rIns="30480" bIns="30480" anchor="b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"/>
          <p:cNvSpPr/>
          <p:nvPr/>
        </p:nvSpPr>
        <p:spPr>
          <a:xfrm>
            <a:off x="0" y="-1"/>
            <a:ext cx="14630401" cy="8229601"/>
          </a:xfrm>
          <a:prstGeom prst="rect">
            <a:avLst/>
          </a:prstGeom>
          <a:solidFill>
            <a:srgbClr val="002A4E"/>
          </a:solidFill>
          <a:ln w="3175">
            <a:miter lim="400000"/>
          </a:ln>
        </p:spPr>
        <p:txBody>
          <a:bodyPr lIns="30480" tIns="30480" rIns="30480" bIns="30480"/>
          <a:lstStyle/>
          <a:p>
            <a:pPr defTabSz="495300">
              <a:tabLst/>
              <a:defRPr sz="14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Roboto Regular"/>
              </a:defRPr>
            </a:pPr>
            <a:endParaRPr/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106635" y="7885399"/>
            <a:ext cx="204816" cy="187961"/>
          </a:xfrm>
          <a:prstGeom prst="rect">
            <a:avLst/>
          </a:prstGeom>
        </p:spPr>
        <p:txBody>
          <a:bodyPr wrap="none" lIns="30480" tIns="30480" rIns="30480" bIns="30480" anchor="b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Bkg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-1"/>
            <a:ext cx="14630401" cy="8229601"/>
          </a:xfrm>
          <a:prstGeom prst="rect">
            <a:avLst/>
          </a:prstGeom>
          <a:solidFill>
            <a:srgbClr val="000000"/>
          </a:solidFill>
          <a:ln w="3175">
            <a:miter lim="400000"/>
          </a:ln>
        </p:spPr>
        <p:txBody>
          <a:bodyPr lIns="30480" tIns="30480" rIns="30480" bIns="30480" anchor="ctr"/>
          <a:lstStyle/>
          <a:p>
            <a:pPr defTabSz="495300">
              <a:tabLst/>
              <a:defRPr sz="14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Roboto Regular"/>
              </a:defRPr>
            </a:pPr>
            <a:endParaRPr/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106635" y="7885399"/>
            <a:ext cx="204816" cy="187961"/>
          </a:xfrm>
          <a:prstGeom prst="rect">
            <a:avLst/>
          </a:prstGeom>
        </p:spPr>
        <p:txBody>
          <a:bodyPr wrap="none" lIns="30480" tIns="30480" rIns="30480" bIns="30480" anchor="b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106635" y="7885399"/>
            <a:ext cx="204816" cy="187961"/>
          </a:xfrm>
          <a:prstGeom prst="rect">
            <a:avLst/>
          </a:prstGeom>
        </p:spPr>
        <p:txBody>
          <a:bodyPr wrap="none" lIns="30480" tIns="30480" rIns="30480" bIns="30480" anchor="b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3138049" y="7748269"/>
            <a:ext cx="90815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" y="0"/>
            <a:ext cx="14625960" cy="82296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3128924" y="7748269"/>
            <a:ext cx="917276" cy="127001"/>
          </a:xfrm>
          <a:prstGeom prst="rect">
            <a:avLst/>
          </a:prstGeom>
          <a:ln w="3175">
            <a:miter lim="400000"/>
          </a:ln>
        </p:spPr>
        <p:txBody>
          <a:bodyPr lIns="0" tIns="0" rIns="0" bIns="0">
            <a:spAutoFit/>
          </a:bodyPr>
          <a:lstStyle>
            <a:lvl1pPr algn="r" defTabSz="350520">
              <a:tabLst/>
              <a:defRPr sz="900" cap="none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JOHN GALT STAFFING, INC. | Reproduction without permission is prohibited."/>
          <p:cNvSpPr txBox="1"/>
          <p:nvPr/>
        </p:nvSpPr>
        <p:spPr>
          <a:xfrm>
            <a:off x="558800" y="7748269"/>
            <a:ext cx="6756400" cy="1397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/>
            </a:pPr>
            <a:r>
              <a:t>JOHN GALT STAFFING, INC. </a:t>
            </a:r>
            <a:r>
              <a:rPr cap="none">
                <a:latin typeface="+mj-lt"/>
                <a:ea typeface="+mj-ea"/>
                <a:cs typeface="+mj-cs"/>
                <a:sym typeface="Roboto Regular"/>
              </a:rPr>
              <a:t>| Reproduction without permission is prohibited.</a:t>
            </a:r>
          </a:p>
        </p:txBody>
      </p:sp>
      <p:sp>
        <p:nvSpPr>
          <p:cNvPr id="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723899" y="647699"/>
            <a:ext cx="6286502" cy="86106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0480" tIns="30480" rIns="30480" bIns="30480">
            <a:normAutofit/>
          </a:bodyPr>
          <a:lstStyle/>
          <a:p>
            <a:r>
              <a:t>Slide Title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723899" y="2549102"/>
            <a:ext cx="6286502" cy="495360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0480" tIns="30480" rIns="30480" bIns="3048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1pPr>
      <a:lvl2pPr marL="0" marR="0" indent="4572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2pPr>
      <a:lvl3pPr marL="0" marR="0" indent="9144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3pPr>
      <a:lvl4pPr marL="0" marR="0" indent="13716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4pPr>
      <a:lvl5pPr marL="0" marR="0" indent="18288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5pPr>
      <a:lvl6pPr marL="0" marR="0" indent="22860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6pPr>
      <a:lvl7pPr marL="0" marR="0" indent="27432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7pPr>
      <a:lvl8pPr marL="0" marR="0" indent="32004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8pPr>
      <a:lvl9pPr marL="0" marR="0" indent="3657600" algn="l" defTabSz="457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all" spc="0" baseline="0">
          <a:solidFill>
            <a:srgbClr val="5AA3D2"/>
          </a:solidFill>
          <a:uFillTx/>
          <a:latin typeface="+mn-lt"/>
          <a:ea typeface="+mn-ea"/>
          <a:cs typeface="+mn-cs"/>
          <a:sym typeface="Roboto Bold"/>
        </a:defRPr>
      </a:lvl9pPr>
    </p:titleStyle>
    <p:bodyStyle>
      <a:lvl1pPr marL="4572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1pPr>
      <a:lvl2pPr marL="10668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2pPr>
      <a:lvl3pPr marL="16764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3pPr>
      <a:lvl4pPr marL="22860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4pPr>
      <a:lvl5pPr marL="28956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5pPr>
      <a:lvl6pPr marL="35052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6pPr>
      <a:lvl7pPr marL="41148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7pPr>
      <a:lvl8pPr marL="47244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8pPr>
      <a:lvl9pPr marL="5334000" marR="0" indent="-457200" algn="l" defTabSz="457200" rtl="0" latinLnBrk="0">
        <a:lnSpc>
          <a:spcPct val="100000"/>
        </a:lnSpc>
        <a:spcBef>
          <a:spcPts val="800"/>
        </a:spcBef>
        <a:spcAft>
          <a:spcPts val="0"/>
        </a:spcAft>
        <a:buClrTx/>
        <a:buSzPct val="123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Roboto Light"/>
          <a:ea typeface="Roboto Light"/>
          <a:cs typeface="Roboto Light"/>
          <a:sym typeface="Roboto Light"/>
        </a:defRPr>
      </a:lvl9pPr>
    </p:bodyStyle>
    <p:otherStyle>
      <a:lvl1pPr marL="0" marR="0" indent="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1pPr>
      <a:lvl2pPr marL="0" marR="0" indent="4572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2pPr>
      <a:lvl3pPr marL="0" marR="0" indent="9144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3pPr>
      <a:lvl4pPr marL="0" marR="0" indent="13716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4pPr>
      <a:lvl5pPr marL="0" marR="0" indent="18288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5pPr>
      <a:lvl6pPr marL="0" marR="0" indent="22860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6pPr>
      <a:lvl7pPr marL="0" marR="0" indent="27432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7pPr>
      <a:lvl8pPr marL="0" marR="0" indent="32004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8pPr>
      <a:lvl9pPr marL="0" marR="0" indent="3657600" algn="r" defTabSz="3505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1.png" descr="1.png"/>
          <p:cNvPicPr>
            <a:picLocks noChangeAspect="1"/>
          </p:cNvPicPr>
          <p:nvPr/>
        </p:nvPicPr>
        <p:blipFill>
          <a:blip r:embed="rId2"/>
          <a:srcRect t="23495" b="20254"/>
          <a:stretch>
            <a:fillRect/>
          </a:stretch>
        </p:blipFill>
        <p:spPr>
          <a:xfrm>
            <a:off x="0" y="0"/>
            <a:ext cx="14630401" cy="8229601"/>
          </a:xfrm>
          <a:prstGeom prst="rect">
            <a:avLst/>
          </a:prstGeom>
          <a:ln w="3175">
            <a:miter lim="400000"/>
          </a:ln>
        </p:spPr>
      </p:pic>
      <p:pic>
        <p:nvPicPr>
          <p:cNvPr id="6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022" y="6562919"/>
            <a:ext cx="7368356" cy="1004898"/>
          </a:xfrm>
          <a:prstGeom prst="rect">
            <a:avLst/>
          </a:prstGeom>
          <a:ln w="3175">
            <a:miter lim="400000"/>
          </a:ln>
        </p:spPr>
      </p:pic>
      <p:pic>
        <p:nvPicPr>
          <p:cNvPr id="7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022" y="782379"/>
            <a:ext cx="7368356" cy="4661627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Roboto Regular"/>
        <a:ea typeface="Roboto Regular"/>
        <a:cs typeface="Roboto Regular"/>
      </a:majorFont>
      <a:minorFont>
        <a:latin typeface="Roboto Bold"/>
        <a:ea typeface="Roboto Bold"/>
        <a:cs typeface="Robot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480" tIns="30480" rIns="30480" bIns="30480" numCol="1" spcCol="38100" rtlCol="0" anchor="ctr">
        <a:spAutoFit/>
      </a:bodyPr>
      <a:lstStyle>
        <a:defPPr marL="0" marR="0" indent="0" algn="l" defTabSz="495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Robot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480" tIns="30480" rIns="30480" bIns="3048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723900" algn="l"/>
          </a:tabLst>
          <a:defRPr kumimoji="0" sz="1600" b="0" i="0" u="none" strike="noStrike" cap="all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Roboto Regular"/>
        <a:ea typeface="Roboto Regular"/>
        <a:cs typeface="Roboto Regular"/>
      </a:majorFont>
      <a:minorFont>
        <a:latin typeface="Roboto Bold"/>
        <a:ea typeface="Roboto Bold"/>
        <a:cs typeface="Robot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480" tIns="30480" rIns="30480" bIns="30480" numCol="1" spcCol="38100" rtlCol="0" anchor="ctr">
        <a:spAutoFit/>
      </a:bodyPr>
      <a:lstStyle>
        <a:defPPr marL="0" marR="0" indent="0" algn="l" defTabSz="495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Robot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0480" tIns="30480" rIns="30480" bIns="3048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723900" algn="l"/>
          </a:tabLst>
          <a:defRPr kumimoji="0" sz="1600" b="0" i="0" u="none" strike="noStrike" cap="all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Helvetica Neue</vt:lpstr>
      <vt:lpstr>Roboto Bold</vt:lpstr>
      <vt:lpstr>Roboto Light</vt:lpstr>
      <vt:lpstr>Roboto Regular</vt:lpstr>
      <vt:lpstr>21_BasicWhite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2025-10-17T15:19:36Z</dcterms:modified>
</cp:coreProperties>
</file>